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91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&amp; Ward Search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person in seconds — offline, in 3 languages, with a printable Person Slip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 •  Built with AI Studio + Android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our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Voter lists are huge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Searching paper takes minutes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staff often have no internet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give people a proof slip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019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Whole list stored on the phone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by name, part or ward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fully offline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tap to create, share or print a slip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can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staff and volunteers get 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019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Marathi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019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records, parts and wards at a glance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names; combine name + part + ward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37560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details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part number, ward number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Slip PDF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share or print in one tap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printed slip in five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2130552"/>
            <a:ext cx="7132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3472" y="18288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language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9272" y="2130552"/>
            <a:ext cx="7132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8288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46904" y="2130552"/>
            <a:ext cx="7132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8736" y="18288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8873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74536" y="2130552"/>
            <a:ext cx="7132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18288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1636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/ print slip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 at any step.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numbers, and under the hood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2735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Android screens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651760" y="27432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32735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search, stored on phone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(MVVM)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2735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organised 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0" y="27432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PDF maker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2735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Person Slip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today, and what is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 (demo)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sample data, not real voters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Ward is calculated from part number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login built into the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 build for testing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019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data with a ward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login and encryption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release 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Permission to use real voter data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91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→  Marathi  →  search “Rahul” + part 42  →  open result  →  generate slip  →  share PDF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&amp; Ward Search</dc:title>
  <dc:subject>PptxGenJS Presentation</dc:subject>
  <dc:creator>PptxGenJS</dc:creator>
  <cp:lastModifiedBy>PptxGenJS</cp:lastModifiedBy>
  <cp:revision>1</cp:revision>
  <dcterms:created xsi:type="dcterms:W3CDTF">2026-10-02T13:48:18Z</dcterms:created>
  <dcterms:modified xsi:type="dcterms:W3CDTF">2026-10-02T13:48:18Z</dcterms:modified>
</cp:coreProperties>
</file>